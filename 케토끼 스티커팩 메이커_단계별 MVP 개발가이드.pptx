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B2B2B"/>
                </a:solidFill>
                <a:latin typeface="Malgun Gothic"/>
              </a:rPr>
              <a:t>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83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B2B2B"/>
                </a:solidFill>
                <a:latin typeface="Malgun Gothic"/>
              </a:rPr>
              <a:t>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latin typeface="Malgun Gothic"/>
              </a:rPr>
              <a:t>단계별 MVP 개발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Malgun Gothic"/>
              </a:rPr>
              <a:t>케토끼 스티커팩 메이커</a:t>
            </a:r>
          </a:p>
          <a:p>
            <a:r>
              <a:rPr sz="2000" b="1">
                <a:latin typeface="Malgun Gothic"/>
              </a:rPr>
              <a:t>초보 개발자용 실행 로드맵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063240"/>
            <a:ext cx="4297680" cy="41148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기본: 개별 이미지 업로드  ·  추가: AI 시트 자동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023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  <a:latin typeface="Malgun Gothic"/>
              </a:rPr>
              <a:t>React + Spring Boot + Python FastAPI + MySQL로 만드는 OGQ 전용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892040"/>
            <a:ext cx="1188720" cy="438912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2232" y="49560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892040"/>
            <a:ext cx="1188720" cy="438912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49560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892040"/>
            <a:ext cx="1188720" cy="438912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2" y="49560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892040"/>
            <a:ext cx="1188720" cy="438912"/>
          </a:xfrm>
          <a:prstGeom prst="roundRect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0단계 · 처음에는 범위를 줄인다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처음 개발자는 “작게 완성 → 확장” 순서가 가장 안전합니다.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1차 개발 목표: OGQ 전용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프로젝트 생성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이미지 24장 개별 업로드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대표 컷 선택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OGQ 740×640 자동 변환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main.png / tab.png 자동 생성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검수 결과 확인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ZIP 다운로드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4480560" cy="41148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완성 기준: 실제 제출용 폴더 구조로 ZIP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확장 순서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2194560"/>
            <a:ext cx="347472" cy="347472"/>
          </a:xfrm>
          <a:prstGeom prst="ellipse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1차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23113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2B2B"/>
                </a:solidFill>
                <a:latin typeface="Malgun Gothic"/>
              </a:rPr>
              <a:t>OGQ 전용 변환기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6060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  <a:latin typeface="Malgun Gothic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2907791"/>
            <a:ext cx="347472" cy="347472"/>
          </a:xfrm>
          <a:prstGeom prst="ellipse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2차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9443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2B2B"/>
                </a:solidFill>
                <a:latin typeface="Malgun Gothic"/>
              </a:rPr>
              <a:t>AI 시트 자동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31927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  <a:latin typeface="Malgun Gothic"/>
              </a:rPr>
              <a:t>↓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621024"/>
            <a:ext cx="347472" cy="347472"/>
          </a:xfrm>
          <a:prstGeom prst="ellipse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3차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657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2B2B"/>
                </a:solidFill>
                <a:latin typeface="Malgun Gothic"/>
              </a:rPr>
              <a:t>카카오톡 · LINE · BAND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03250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  <a:latin typeface="Malgun Gothic"/>
              </a:rPr>
              <a:t>↓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4334256"/>
            <a:ext cx="347472" cy="347472"/>
          </a:xfrm>
          <a:prstGeom prst="ellipse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4차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43708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2B2B"/>
                </a:solidFill>
                <a:latin typeface="Malgun Gothic"/>
              </a:rPr>
              <a:t>오류 자동수정 · 미리보기 고도화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1단계 · 전체 구조 이해하기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화면, 서비스 기능, 이미지 처리를 역할별로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57400"/>
            <a:ext cx="1783080" cy="384048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사용자가 보는 화면
업로드 · 선택 · 결과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39" y="2057400"/>
            <a:ext cx="1783080" cy="384048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프로젝트/파일 관리
DB 저장 · ZIP 다운로드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1783080" cy="384048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Python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이미지 처리 전용
분리 · 리사이즈 · 압축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057400"/>
            <a:ext cx="1783080" cy="384048"/>
          </a:xfrm>
          <a:prstGeom prst="roundRect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MySQL /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97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규격 DB · 파일 경로
변환 이력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6517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6517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6517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4663440"/>
            <a:ext cx="9601200" cy="822960"/>
          </a:xfrm>
          <a:prstGeom prst="roundRect">
            <a:avLst/>
          </a:prstGeom>
          <a:solidFill>
            <a:srgbClr val="EFE4FF"/>
          </a:solidFill>
          <a:ln>
            <a:solidFill>
              <a:srgbClr val="DC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F4734"/>
                </a:solidFill>
                <a:latin typeface="Malgun Gothic"/>
              </a:rPr>
              <a:t>비유: React는 매장 화면, Spring Boot는 주문을 받는 직원, Python은 이미지를 가공하는 주방입니다.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2단계 · 프로젝트 폴더 구조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처음부터 역할을 나눠두면 나중에 연결하기 쉽습니다.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추천 폴더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40280"/>
            <a:ext cx="4297680" cy="2971800"/>
          </a:xfrm>
          <a:prstGeom prst="rect">
            <a:avLst/>
          </a:prstGeom>
          <a:solidFill>
            <a:srgbClr val="FBFCFD"/>
          </a:solidFill>
          <a:ln>
            <a:solidFill>
              <a:srgbClr val="E6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B2B2B"/>
                </a:solidFill>
                <a:latin typeface="Malgun Gothic"/>
              </a:rPr>
              <a:t>ketokki-sticker-maker/
  frontend/        React 화면
  backend/         Spring Boot 서버
  image-server/    Python FastAPI 서버
  docs/            기획서 · API · DB 설계서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처음 연결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각 프로젝트가 단독으로 실행되는지 확인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Spring Boot ↔ MySQL 연결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React ↔ Spring Boot API 연결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Spring Boot ↔ Python 이미지 서버 연결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마지막에 파일 저장/ZIP까지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3단계 · DB는 MVP에 필요한 것부터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처음에는 4개 테이블로 시작하고, 회원 기능은 나중에 붙입니다.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983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1828800" cy="365760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3055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프로젝트 정보
project_name · character_name
target_platform · upload_type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4983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1828800" cy="36576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uploaded_images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3055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사용자가 올린 원본
파일명 · 경로 · 크기
sort_order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4983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794760"/>
            <a:ext cx="1828800" cy="365760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converted_images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7939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변환된 최종 파일
ogq_01.png · main.png
파일 경로 · 용량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66160"/>
            <a:ext cx="4983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3794760"/>
            <a:ext cx="1828800" cy="365760"/>
          </a:xfrm>
          <a:prstGeom prst="roundRect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platform_rules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7939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플랫폼 규격 DB
required_count · width · height
format · max_size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06440"/>
            <a:ext cx="10332720" cy="411480"/>
          </a:xfrm>
          <a:prstGeom prst="roundRect">
            <a:avLst/>
          </a:prstGeom>
          <a:solidFill>
            <a:srgbClr val="EFE4FF"/>
          </a:solidFill>
          <a:ln>
            <a:solidFill>
              <a:srgbClr val="E1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916168"/>
            <a:ext cx="9966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핵심: AI 시트로 분리된 이미지도 결국 uploaded_images에 24장처럼 저장하고 같은 변환 흐름을 탑니다.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4단계 · 화면 흐름은 “기본 업로드” 중심으로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AI 시트 자동 분리는 선택 기능으로 넣고, 분리 후에는 기본 흐름에 합류합니다.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4734"/>
                </a:solidFill>
                <a:latin typeface="Malgun Gothic"/>
              </a:rPr>
              <a:t>기본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B2B"/>
                </a:solidFill>
                <a:latin typeface="Malgun Gothic"/>
              </a:rPr>
              <a:t>개별 이미지 24장 업로드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4734"/>
                </a:solidFill>
                <a:latin typeface="Malgun Gothic"/>
              </a:rPr>
              <a:t>추가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B2B"/>
                </a:solidFill>
                <a:latin typeface="Malgun Gothic"/>
              </a:rPr>
              <a:t>AI 시트 1장 → 24장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343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423160"/>
            <a:ext cx="2286000" cy="1554480"/>
          </a:xfrm>
          <a:prstGeom prst="roundRect">
            <a:avLst/>
          </a:prstGeom>
          <a:solidFill>
            <a:srgbClr val="D6F3E6"/>
          </a:solidFill>
          <a:ln>
            <a:solidFill>
              <a:srgbClr val="B4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4734"/>
                </a:solidFill>
                <a:latin typeface="Malgun Gothic"/>
              </a:rPr>
              <a:t>공통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54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uploaded_images
24장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535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6002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대표 컷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Malgun Gothic"/>
              </a:rPr>
              <a:t>main/tab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6002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OGQ 변환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Malgun Gothic"/>
              </a:rPr>
              <a:t>740×640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56616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검수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251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Malgun Gothic"/>
              </a:rPr>
              <a:t>최종 파일 기준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356616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51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Malgun Gothic"/>
              </a:rPr>
              <a:t>제출용 다운로드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5단계 · 업로드 화면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기본은 개별 이미지 업로드, AI 시트는 별도 선택 기능으로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5F4734"/>
                </a:solidFill>
                <a:latin typeface="Malgun Gothic"/>
              </a:rPr>
              <a:t>A. 개별 이미지 업로드 — 기본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46464"/>
                </a:solidFill>
                <a:latin typeface="Malgun Gothic"/>
              </a:rPr>
              <a:t>OGQ 스티커 이미지 업로드  ·  필요 이미지 24장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560320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78608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560320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4792" y="2578608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560320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1" y="2578608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60320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1" y="2578608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560320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2578608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560320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578608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2990087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008376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2990087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64792" y="3008376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990087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0591" y="3008376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2990087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6391" y="3008376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2990087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2192" y="3008376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2990087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008376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3419856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3438144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3419856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64792" y="3438144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3419856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1" y="3438144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419856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6391" y="3438144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3419856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2192" y="3438144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419856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7992" y="3438144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60" y="3849624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" y="3867912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37360" y="3849624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64792" y="3867912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3849624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50591" y="3867912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3849624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36391" y="3867912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22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94760" y="3849624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2192" y="3867912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3849624"/>
            <a:ext cx="502920" cy="30175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07992" y="3867912"/>
            <a:ext cx="448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Malgun Gothic"/>
              </a:rPr>
              <a:t>24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5840" y="4800600"/>
            <a:ext cx="4343400" cy="384048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24장이 모두 들어오면 대표 컷 선택 단계로 이동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5F4734"/>
                </a:solidFill>
                <a:latin typeface="Malgun Gothic"/>
              </a:rPr>
              <a:t>B. AI 시트 자동 분리 — 추가 기능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20848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46464"/>
                </a:solidFill>
                <a:latin typeface="Malgun Gothic"/>
              </a:rPr>
              <a:t>한 장짜리 6×4 시트를 업로드한 뒤 24개로 분리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0" y="2578608"/>
            <a:ext cx="2011680" cy="1600200"/>
          </a:xfrm>
          <a:prstGeom prst="roundRect">
            <a:avLst/>
          </a:prstGeom>
          <a:solidFill>
            <a:srgbClr val="E0F0FF"/>
          </a:solidFill>
          <a:ln>
            <a:solidFill>
              <a:srgbClr val="CD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48272" y="27889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04304" y="27889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60336" y="27889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16368" y="27889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0" y="27889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28431" y="27889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748272" y="30175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04304" y="30175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60336" y="30175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16368" y="30175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0" y="30175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28431" y="30175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48272" y="32461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04304" y="32461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260336" y="32461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516368" y="32461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72400" y="32461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28431" y="32461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8272" y="34747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04304" y="34747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60336" y="34747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16368" y="34747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72400" y="34747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28431" y="3474720"/>
            <a:ext cx="201168" cy="164592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96528" y="3090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64040" y="2724912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875519" y="2724912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87000" y="2724912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98480" y="2724912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464040" y="3108960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75519" y="3108960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87000" y="3108960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698480" y="3108960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464040" y="3493008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875519" y="3493008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87000" y="3493008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98480" y="3493008"/>
            <a:ext cx="292608" cy="256032"/>
          </a:xfrm>
          <a:prstGeom prst="rect">
            <a:avLst/>
          </a:prstGeom>
          <a:solidFill>
            <a:srgbClr val="F2F4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537960" y="4800600"/>
            <a:ext cx="4526280" cy="384048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분리된 24개는 개별 업로드 이미지처럼 처리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6단계 · AI 시트 분리 기능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처음에는 “가로/세로 칸 수 입력 → 균등 분할” 방식으로 구현합니다.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1차 MVP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사용자가 cols=6, rows=4 입력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전체 가로 ÷ 6, 전체 세로 ÷ 4 계산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각 칸을 crop해서 split_01.png ~ split_24.png 저장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분리 결과를 썸네일로 보여주고 순서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4434840" cy="731520"/>
          </a:xfrm>
          <a:prstGeom prst="roundRect">
            <a:avLst/>
          </a:prstGeom>
          <a:solidFill>
            <a:srgbClr val="EFE4FF"/>
          </a:solidFill>
          <a:ln>
            <a:solidFill>
              <a:srgbClr val="D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46227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4734"/>
                </a:solidFill>
                <a:latin typeface="Malgun Gothic"/>
              </a:rPr>
              <a:t>고도화는 나중에: 캐릭터 영역 자동 감지 + 여백 자동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074920" cy="4526280"/>
          </a:xfrm>
          <a:prstGeom prst="rect">
            <a:avLst/>
          </a:prstGeom>
          <a:solidFill>
            <a:srgbClr val="FAFCFD"/>
          </a:solidFill>
          <a:ln>
            <a:solidFill>
              <a:srgbClr val="E6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F4734"/>
                </a:solidFill>
                <a:latin typeface="Malgun Gothic"/>
              </a:rPr>
              <a:t>Python Pillow 예시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488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B2B2B"/>
                </a:solidFill>
                <a:latin typeface="Malgun Gothic"/>
              </a:rPr>
              <a:t>image = Image.open(path).convert("RGBA")
cell_w = width // cols
cell_h = height // rows
for row in range(rows):
    for col in range(cols):
        box = (left, top, right, bottom)
        cropped = image.crop(box)
        cropped.save("split_01.png")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7단계 · OGQ 규격 변환 기능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중요한 점은 이미지를 찌그러뜨리지 않고 투명 캔버스 중앙에 배치하는 것입니다.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F4734"/>
                </a:solidFill>
                <a:latin typeface="Malgun Gothic"/>
              </a:rPr>
              <a:t>원본 이미지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6464"/>
                </a:solidFill>
                <a:latin typeface="Malgun Gothic"/>
              </a:rPr>
              <a:t>크기 제각각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057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155448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F4734"/>
                </a:solidFill>
                <a:latin typeface="Malgun Gothic"/>
              </a:rPr>
              <a:t>비율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6771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6464"/>
                </a:solidFill>
                <a:latin typeface="Malgun Gothic"/>
              </a:rPr>
              <a:t>thumbnail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57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F4734"/>
                </a:solidFill>
                <a:latin typeface="Malgun Gothic"/>
              </a:rPr>
              <a:t>투명 캔버스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6771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6464"/>
                </a:solidFill>
                <a:latin typeface="Malgun Gothic"/>
              </a:rPr>
              <a:t>740×640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057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55448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F4734"/>
                </a:solidFill>
                <a:latin typeface="Malgun Gothic"/>
              </a:rPr>
              <a:t>중앙 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6771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6464"/>
                </a:solidFill>
                <a:latin typeface="Malgun Gothic"/>
              </a:rPr>
              <a:t>PNG 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794760"/>
            <a:ext cx="2926080" cy="1143000"/>
          </a:xfrm>
          <a:prstGeom prst="roundRect">
            <a:avLst/>
          </a:prstGeom>
          <a:solidFill>
            <a:srgbClr val="D6F3E6"/>
          </a:solidFill>
          <a:ln>
            <a:solidFill>
              <a:srgbClr val="D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F4734"/>
                </a:solidFill>
                <a:latin typeface="Malgun Gothic"/>
              </a:rPr>
              <a:t>Sticker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708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Malgun Gothic"/>
              </a:rPr>
              <a:t>740×640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09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6464"/>
                </a:solidFill>
                <a:latin typeface="Malgun Gothic"/>
              </a:rPr>
              <a:t>ogq_01.png ~ ogq_24.png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794760"/>
            <a:ext cx="2926080" cy="1143000"/>
          </a:xfrm>
          <a:prstGeom prst="roundRect">
            <a:avLst/>
          </a:prstGeom>
          <a:solidFill>
            <a:srgbClr val="E0F0FF"/>
          </a:solidFill>
          <a:ln>
            <a:solidFill>
              <a:srgbClr val="D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F4734"/>
                </a:solidFill>
                <a:latin typeface="Malgun Gothic"/>
              </a:rPr>
              <a:t>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3708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Malgun Gothic"/>
              </a:rPr>
              <a:t>240×240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709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6464"/>
                </a:solidFill>
                <a:latin typeface="Malgun Gothic"/>
              </a:rPr>
              <a:t>대표 컷 → main.png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794760"/>
            <a:ext cx="2926080" cy="1143000"/>
          </a:xfrm>
          <a:prstGeom prst="roundRect">
            <a:avLst/>
          </a:prstGeom>
          <a:solidFill>
            <a:srgbClr val="FFEEB2"/>
          </a:solidFill>
          <a:ln>
            <a:solidFill>
              <a:srgbClr val="D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F4734"/>
                </a:solidFill>
                <a:latin typeface="Malgun Gothic"/>
              </a:rPr>
              <a:t>Tab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3708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Malgun Gothic"/>
              </a:rPr>
              <a:t>96×74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709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6464"/>
                </a:solidFill>
                <a:latin typeface="Malgun Gothic"/>
              </a:rPr>
              <a:t>대표 컷 → tab.png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8단계 · 대표 컷 선택과 main/tab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사용자가 24개 중 대표 컷 1장을 고르면 main.png와 tab.png를 자동 생성합니다.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대표 컷 선택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323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331720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1368" y="24323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331720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24323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331720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4323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331720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7" y="24323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331720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24323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843784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294436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2843784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1368" y="294436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843784"/>
            <a:ext cx="594360" cy="384048"/>
          </a:xfrm>
          <a:prstGeom prst="rect">
            <a:avLst/>
          </a:prstGeom>
          <a:solidFill>
            <a:srgbClr val="FFEEB2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78608" y="294436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843784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294436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843784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33087" y="294436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2843784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0328" y="294436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355848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3456432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3355848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1368" y="3456432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355848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78608" y="3456432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3355848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5848" y="3456432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355848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33087" y="3456432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3355848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10328" y="3456432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" y="3867912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3968496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83080" y="3867912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01368" y="3968496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867912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78608" y="3968496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21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867912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55848" y="3968496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3867912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33087" y="3968496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867912"/>
            <a:ext cx="594360" cy="384048"/>
          </a:xfrm>
          <a:prstGeom prst="rect">
            <a:avLst/>
          </a:prstGeom>
          <a:solidFill>
            <a:srgbClr val="F2F4F6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10328" y="3968496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4734"/>
                </a:solidFill>
                <a:latin typeface="Malgun Gothic"/>
              </a:rPr>
              <a:t>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32918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12280" y="1417320"/>
            <a:ext cx="4526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1691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자동 생성 결과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2331720"/>
            <a:ext cx="1645920" cy="1645920"/>
          </a:xfrm>
          <a:prstGeom prst="roundRect">
            <a:avLst/>
          </a:prstGeom>
          <a:solidFill>
            <a:srgbClr val="E0F0FF"/>
          </a:solidFill>
          <a:ln>
            <a:solidFill>
              <a:srgbClr val="C3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2880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F4734"/>
                </a:solidFill>
                <a:latin typeface="Malgun Gothic"/>
              </a:rPr>
              <a:t>main.png
240×240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2743200"/>
            <a:ext cx="1371600" cy="1051560"/>
          </a:xfrm>
          <a:prstGeom prst="roundRect">
            <a:avLst/>
          </a:prstGeom>
          <a:solidFill>
            <a:srgbClr val="D6F3E6"/>
          </a:solidFill>
          <a:ln>
            <a:solidFill>
              <a:srgbClr val="BE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305409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tab.png
96×74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4343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B2B2B"/>
                </a:solidFill>
                <a:latin typeface="Malgun Gothic"/>
              </a:rPr>
              <a:t>• 비율 유지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B2B2B"/>
                </a:solidFill>
                <a:latin typeface="Malgun Gothic"/>
              </a:rPr>
              <a:t>• 투명 배경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B2B2B"/>
                </a:solidFill>
                <a:latin typeface="Malgun Gothic"/>
              </a:rPr>
              <a:t>• 중앙 배치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B2B2B"/>
                </a:solidFill>
                <a:latin typeface="Malgun Gothic"/>
              </a:rPr>
              <a:t>• 파일명 자동 저장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9단계 · 검수 기능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검수는 원본이 아니라 변환된 최종 제출 파일 기준으로 진행합니다.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4734"/>
                </a:solidFill>
                <a:latin typeface="Malgun Gothic"/>
              </a:rPr>
              <a:t>원본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24개 원본 또는
AI 시트 1장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788920"/>
            <a:ext cx="2011680" cy="274320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F4734"/>
                </a:solidFill>
                <a:latin typeface="Malgun Gothic"/>
              </a:rPr>
              <a:t>보관용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945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5448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4734"/>
                </a:solidFill>
                <a:latin typeface="Malgun Gothic"/>
              </a:rPr>
              <a:t>자동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OGQ 규격 적용
main/tab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788920"/>
            <a:ext cx="2011680" cy="27432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F4734"/>
                </a:solidFill>
                <a:latin typeface="Malgun Gothic"/>
              </a:rPr>
              <a:t>제출 파일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945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464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55448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4734"/>
                </a:solidFill>
                <a:latin typeface="Malgun Gothic"/>
              </a:rPr>
              <a:t>최종 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Malgun Gothic"/>
              </a:rPr>
              <a:t>ogq_01~24
main.png · tab.png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788920"/>
            <a:ext cx="2011680" cy="274320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F4734"/>
                </a:solidFill>
                <a:latin typeface="Malgun Gothic"/>
              </a:rPr>
              <a:t>총 26개 검사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40480"/>
            <a:ext cx="10378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09651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F4734"/>
                </a:solidFill>
                <a:latin typeface="Malgun Gothic"/>
              </a:rPr>
              <a:t>기본 검수 항목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72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파일 개수 26개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572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사이즈 정상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572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PNG 형식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572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RGB/72dpi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560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1MB 이하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9560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파일명 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560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투명 배경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9560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B2B2B"/>
                </a:solidFill>
                <a:latin typeface="Malgun Gothic"/>
              </a:rPr>
              <a:t>✅ 가시성/잘림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10단계 · 오류 자동 수정은 쉬운 것부터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처음에는 확실히 고칠 수 있는 오류부터 자동 수정합니다.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1차 자동 수정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240280"/>
            <a:ext cx="1234440" cy="347472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사이즈 오류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286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→ 다시 740×640 리사이즈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063240"/>
            <a:ext cx="1234440" cy="347472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파일명 오류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108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→ ogq_01.png 형식으로 재정리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886200"/>
            <a:ext cx="1234440" cy="347472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용량 초과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931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2B2B"/>
                </a:solidFill>
                <a:latin typeface="Malgun Gothic"/>
              </a:rPr>
              <a:t>→ PNG 압축 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2차 고도화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4884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흰 배경 자동 제거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밝은 캐릭터 외곽선 추가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캐릭터 잘림 감지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여백 자동 추가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Malgun Gothic"/>
              </a:rPr>
              <a:t>• 채팅창 미리보기 기반 경고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983480"/>
            <a:ext cx="4251960" cy="411480"/>
          </a:xfrm>
          <a:prstGeom prst="roundRect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오류 수정 → 재검수 → 점수 갱신 → ZIP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11단계 · ZIP 다운로드와 API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Spring Boot가 파일을 모아 제출용 ZIP을 만들어 다운로드시킵니다.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ZIP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148840"/>
            <a:ext cx="4297680" cy="2743200"/>
          </a:xfrm>
          <a:prstGeom prst="rect">
            <a:avLst/>
          </a:prstGeom>
          <a:solidFill>
            <a:srgbClr val="FAFCFD"/>
          </a:solidFill>
          <a:ln>
            <a:solidFill>
              <a:srgbClr val="E6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B2B2B"/>
                </a:solidFill>
                <a:latin typeface="Malgun Gothic"/>
              </a:rPr>
              <a:t>ketokki_ogq_stickerpack.zip
  OGQ/
    main.png
    tab.png
    ogq_01.png
    ogq_02.png
    ...
    ogq_24.png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4734"/>
                </a:solidFill>
                <a:latin typeface="Malgun Gothic"/>
              </a:rPr>
              <a:t>필수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POST /api/projects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POST /api/projects/{id}/images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POST /api/projects/{id}/grid/split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POST /api/projects/{id}/convert/ogq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POST /api/projects/{id}/validate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Malgun Gothic"/>
              </a:rPr>
              <a:t>• GET  /api/projects/{id}/download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12단계 · React 화면 개발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처음에는 예쁜 화면보다 동작하는 화면을 먼저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27048"/>
            <a:ext cx="2240280" cy="365760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ProjectCreatePage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프로젝트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527048"/>
            <a:ext cx="2240280" cy="36576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UploadPage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개별 이미지 업로드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624328"/>
            <a:ext cx="2240280" cy="365760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GridSplitPage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7919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AI 시트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423160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2624328"/>
            <a:ext cx="2240280" cy="365760"/>
          </a:xfrm>
          <a:prstGeom prst="roundRect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RepresentativeSelectPage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7919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대표 컷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39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3721607"/>
            <a:ext cx="2240280" cy="365760"/>
          </a:xfrm>
          <a:prstGeom prst="roundRect">
            <a:avLst/>
          </a:prstGeom>
          <a:solidFill>
            <a:srgbClr val="EFE4FF"/>
          </a:solidFill>
          <a:ln>
            <a:solidFill>
              <a:srgbClr val="E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ConvertResultPage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76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변환 결과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520439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3721607"/>
            <a:ext cx="2240280" cy="365760"/>
          </a:xfrm>
          <a:prstGeom prst="roundRect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ValidationReportPage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776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검수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17720"/>
            <a:ext cx="5166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818888"/>
            <a:ext cx="2240280" cy="36576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F4734"/>
                </a:solidFill>
                <a:latin typeface="Malgun Gothic"/>
              </a:rPr>
              <a:t>DownloadPage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873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B2B2B"/>
                </a:solidFill>
                <a:latin typeface="Malgun Gothic"/>
              </a:rPr>
              <a:t>ZIP 다운로드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13단계 · 8주 개발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한 주에 하나의 큰 기능만 완성한다고 생각하면 부담이 줄어듭니다.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463040"/>
            <a:ext cx="347472" cy="347472"/>
          </a:xfrm>
          <a:prstGeom prst="ellipse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356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React · Spring · FastAPI · MySQL 실행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463040"/>
            <a:ext cx="347472" cy="347472"/>
          </a:xfrm>
          <a:prstGeom prst="ellipse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4356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2주차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DB 생성 · 프로젝트/업로드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77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606040"/>
            <a:ext cx="347472" cy="347472"/>
          </a:xfrm>
          <a:prstGeom prst="ellipse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786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880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OGQ 740×640 변환 · 파일명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377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2606040"/>
            <a:ext cx="347472" cy="347472"/>
          </a:xfrm>
          <a:prstGeom prst="ellipse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786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80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대표 컷 · main/tab 생성 · 결과 화면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749039"/>
            <a:ext cx="347472" cy="347472"/>
          </a:xfrm>
          <a:prstGeom prst="ellipse">
            <a:avLst/>
          </a:prstGeom>
          <a:solidFill>
            <a:srgbClr val="E0F0FF"/>
          </a:solidFill>
          <a:ln>
            <a:solidFill>
              <a:srgbClr val="E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216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5주차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23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검수 기능 · 검수 결과 화면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20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3749039"/>
            <a:ext cx="347472" cy="347472"/>
          </a:xfrm>
          <a:prstGeom prst="ellipse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7216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6주차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0233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ZIP 다운로드 · OGQ 제출 가이드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63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4892040"/>
            <a:ext cx="347472" cy="347472"/>
          </a:xfrm>
          <a:prstGeom prst="ellipse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864607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7주차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66359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AI 시트 업로드 · 6×4 분리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66344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4892040"/>
            <a:ext cx="347472" cy="347472"/>
          </a:xfrm>
          <a:prstGeom prst="ellipse">
            <a:avLst/>
          </a:prstGeom>
          <a:solidFill>
            <a:srgbClr val="FFE0E5"/>
          </a:solidFill>
          <a:ln>
            <a:solidFill>
              <a:srgbClr val="FF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F4734"/>
                </a:solidFill>
                <a:latin typeface="Malgun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64607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F4734"/>
                </a:solidFill>
                <a:latin typeface="Malgun Gothic"/>
              </a:rPr>
              <a:t>8주차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166359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B2B"/>
                </a:solidFill>
                <a:latin typeface="Malgun Gothic"/>
              </a:rPr>
              <a:t>분리 이미지 → OGQ 변환 연결 · 순서 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1"/>
          </a:solidFill>
          <a:ln>
            <a:solidFill>
              <a:srgbClr val="FF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2B2B2B"/>
                </a:solidFill>
                <a:latin typeface="Malgun Gothic"/>
              </a:rPr>
              <a:t>최종 개발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Malgun Gothic"/>
              </a:rPr>
              <a:t>헷갈리지 말아야 할 핵심 구조입니다.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F4734"/>
                </a:solidFill>
                <a:latin typeface="Malgun Gothic"/>
              </a:rPr>
              <a:t>기본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algun Gothic"/>
              </a:rPr>
              <a:t>이미 분리된 이모티콘 이미지를
한 장씩 업로드한다.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3840480"/>
            <a:ext cx="2926080" cy="457200"/>
          </a:xfrm>
          <a:prstGeom prst="roundRect">
            <a:avLst/>
          </a:prstGeom>
          <a:solidFill>
            <a:srgbClr val="D6F3E6"/>
          </a:solidFill>
          <a:ln>
            <a:solidFill>
              <a:srgbClr val="D6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개별 업로드 → 변환 → 검수 →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F4734"/>
                </a:solidFill>
                <a:latin typeface="Malgun Gothic"/>
              </a:rPr>
              <a:t>추가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B2B"/>
                </a:solidFill>
                <a:latin typeface="Malgun Gothic"/>
              </a:rPr>
              <a:t>AI가 만든 한 장짜리 시트를
24개 개별 이미지로 분리한다.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840480"/>
            <a:ext cx="3429000" cy="457200"/>
          </a:xfrm>
          <a:prstGeom prst="roundRect">
            <a:avLst/>
          </a:prstGeom>
          <a:solidFill>
            <a:srgbClr val="FFEEB2"/>
          </a:solidFill>
          <a:ln>
            <a:solidFill>
              <a:srgbClr val="FFE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AI 시트 분리 → 개별 업로드 흐름에 합류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806440"/>
            <a:ext cx="9509760" cy="457200"/>
          </a:xfrm>
          <a:prstGeom prst="roundRect">
            <a:avLst/>
          </a:prstGeom>
          <a:solidFill>
            <a:srgbClr val="EFE4FF"/>
          </a:solidFill>
          <a:ln>
            <a:solidFill>
              <a:srgbClr val="DC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925312"/>
            <a:ext cx="9052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4734"/>
                </a:solidFill>
                <a:latin typeface="Malgun Gothic"/>
              </a:rPr>
              <a:t>결론: 두 방식은 중간부터 uploaded_images 24장 상태로 합쳐져 같은 변환·검수·ZIP 흐름을 탑니다.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556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